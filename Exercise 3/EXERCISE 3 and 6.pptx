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152401"/>
            <a:ext cx="7772400" cy="121919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difference between serif and san serif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200"/>
            <a:ext cx="83058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The difference is  serif fonts have small lines called serifs  at the end of letters and symbols and sans serif-fonts do not have decorative lines at the end of letters </a:t>
            </a:r>
          </a:p>
          <a:p>
            <a:r>
              <a:rPr lang="en-US" dirty="0" smtClean="0">
                <a:solidFill>
                  <a:srgbClr val="00B0F0"/>
                </a:solidFill>
              </a:rPr>
              <a:t>Other differences include;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Serif fonts are traditional while sans-serif are modern.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Serif are commonly used in printing materials like books, while sans-serif  are commonly used in digital media and web design because they are easier to read on screens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472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Garamond</a:t>
            </a:r>
          </a:p>
          <a:p>
            <a:r>
              <a:rPr lang="en-US" dirty="0" smtClean="0"/>
              <a:t>Georgia</a:t>
            </a:r>
          </a:p>
          <a:p>
            <a:r>
              <a:rPr lang="en-US" dirty="0" smtClean="0"/>
              <a:t>Bodoni</a:t>
            </a:r>
          </a:p>
          <a:p>
            <a:r>
              <a:rPr lang="en-US" dirty="0" smtClean="0"/>
              <a:t>Arial black</a:t>
            </a:r>
          </a:p>
          <a:p>
            <a:r>
              <a:rPr lang="en-US" dirty="0" smtClean="0"/>
              <a:t>Courier</a:t>
            </a:r>
          </a:p>
          <a:p>
            <a:r>
              <a:rPr lang="en-US" dirty="0" smtClean="0"/>
              <a:t>Palatino</a:t>
            </a:r>
          </a:p>
          <a:p>
            <a:r>
              <a:rPr lang="en-US" dirty="0" smtClean="0"/>
              <a:t>Bookman</a:t>
            </a:r>
          </a:p>
          <a:p>
            <a:r>
              <a:rPr lang="en-US" smtClean="0"/>
              <a:t>Times New Roman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Examples of serif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196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Tahoma</a:t>
            </a:r>
          </a:p>
          <a:p>
            <a:r>
              <a:rPr lang="en-US" dirty="0" smtClean="0"/>
              <a:t>verdana</a:t>
            </a:r>
          </a:p>
          <a:p>
            <a:r>
              <a:rPr lang="en-US" dirty="0" smtClean="0"/>
              <a:t>Helvetica</a:t>
            </a:r>
          </a:p>
          <a:p>
            <a:r>
              <a:rPr lang="en-US" dirty="0" smtClean="0"/>
              <a:t>Arial</a:t>
            </a:r>
          </a:p>
          <a:p>
            <a:r>
              <a:rPr lang="en-US" dirty="0" smtClean="0"/>
              <a:t>Futura</a:t>
            </a:r>
          </a:p>
          <a:p>
            <a:r>
              <a:rPr lang="en-US" dirty="0" smtClean="0"/>
              <a:t>Open sans</a:t>
            </a:r>
          </a:p>
          <a:p>
            <a:r>
              <a:rPr lang="en-US" dirty="0" smtClean="0"/>
              <a:t>Lato</a:t>
            </a:r>
          </a:p>
          <a:p>
            <a:r>
              <a:rPr lang="en-US" dirty="0" smtClean="0"/>
              <a:t>calibri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Examples of san-serif fonts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31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1371600"/>
            <a:ext cx="7408333" cy="4754563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AutoNum type="arabicPeriod"/>
            </a:pPr>
            <a:r>
              <a:rPr lang="en-GB" dirty="0" smtClean="0"/>
              <a:t>1. Yes </a:t>
            </a:r>
            <a:r>
              <a:rPr lang="en-GB" dirty="0"/>
              <a:t>padding and margin can affect the overall size of an element</a:t>
            </a:r>
          </a:p>
          <a:p>
            <a:pPr marL="0" indent="0">
              <a:buNone/>
            </a:pPr>
            <a:r>
              <a:rPr lang="en-GB" dirty="0" smtClean="0"/>
              <a:t>2. How </a:t>
            </a:r>
            <a:r>
              <a:rPr lang="en-GB" dirty="0"/>
              <a:t>the behaviour is changed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By </a:t>
            </a:r>
            <a:r>
              <a:rPr lang="en-GB" dirty="0"/>
              <a:t>default , the padding is included with in the element’s box, this increases it’s total width and height while margin adds space outside the element . This behaviour is defined by the box model.</a:t>
            </a:r>
          </a:p>
          <a:p>
            <a:pPr marL="0" indent="0">
              <a:buNone/>
            </a:pPr>
            <a:r>
              <a:rPr lang="en-GB" dirty="0"/>
              <a:t> To modify this , you can use the box-sizing property which can change how the browser calculates an element’s total size.</a:t>
            </a:r>
          </a:p>
          <a:p>
            <a:pPr marL="0" indent="0">
              <a:buNone/>
            </a:pPr>
            <a:r>
              <a:rPr lang="en-GB" dirty="0" smtClean="0"/>
              <a:t>         Box </a:t>
            </a:r>
            <a:r>
              <a:rPr lang="en-GB" dirty="0"/>
              <a:t>–sizing :content-box by default; the width / height of the element includes only content .padding and border are added to the content size , increasing the overall width and height</a:t>
            </a:r>
          </a:p>
          <a:p>
            <a:pPr marL="0" indent="0">
              <a:buNone/>
            </a:pPr>
            <a:r>
              <a:rPr lang="en-GB" smtClean="0"/>
              <a:t>        Box-sizing</a:t>
            </a:r>
            <a:r>
              <a:rPr lang="en-GB" dirty="0"/>
              <a:t>: border-box; the width / height of an element includes the content, padding ,and the border so the element’s total width / height remains fixed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Exercise 6</a:t>
            </a:r>
            <a:br>
              <a:rPr lang="en-GB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8642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46</TotalTime>
  <Words>256</Words>
  <Application>Microsoft Office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Waveform</vt:lpstr>
      <vt:lpstr>The difference between serif and san serif</vt:lpstr>
      <vt:lpstr>Examples of serif </vt:lpstr>
      <vt:lpstr>Examples of san-serif fonts</vt:lpstr>
      <vt:lpstr>Exercise 6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</dc:title>
  <dc:creator>JULIUS RIGHT</dc:creator>
  <cp:lastModifiedBy>Admin</cp:lastModifiedBy>
  <cp:revision>16</cp:revision>
  <dcterms:created xsi:type="dcterms:W3CDTF">2006-08-16T00:00:00Z</dcterms:created>
  <dcterms:modified xsi:type="dcterms:W3CDTF">2024-11-24T19:30:53Z</dcterms:modified>
</cp:coreProperties>
</file>